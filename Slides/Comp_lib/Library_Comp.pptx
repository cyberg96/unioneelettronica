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584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2927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428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1447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5087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3988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5720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239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42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096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4702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5464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6345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641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8320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5525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6140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D4EEC41-4957-4FFE-9349-EF15BBCDA974}" type="datetimeFigureOut">
              <a:rPr lang="it-IT" smtClean="0"/>
              <a:t>14/12/2025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78CCE9D-62F9-4294-A1C7-41B68061EF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4200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66511" y="4646730"/>
            <a:ext cx="7703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dirty="0" err="1"/>
              <a:t>Xilinx</a:t>
            </a:r>
            <a:r>
              <a:rPr lang="it-IT" sz="4000" dirty="0"/>
              <a:t> Libraries</a:t>
            </a:r>
            <a:r>
              <a:rPr lang="it-IT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90364" y="6095112"/>
            <a:ext cx="2701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i="1" dirty="0"/>
              <a:t>Enrico Ubaldino</a:t>
            </a:r>
          </a:p>
        </p:txBody>
      </p:sp>
      <p:pic>
        <p:nvPicPr>
          <p:cNvPr id="7" name="Picture 6" descr="&lt;strong&gt;Xilinx&lt;/strong&gt; - Wikipedi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228" y="2184254"/>
            <a:ext cx="7363691" cy="149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17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31818" y="1041370"/>
            <a:ext cx="97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Xilinx</a:t>
            </a:r>
            <a:r>
              <a:rPr lang="it-IT" sz="2800" dirty="0"/>
              <a:t> </a:t>
            </a:r>
            <a:r>
              <a:rPr lang="it-IT" sz="2800" dirty="0" err="1"/>
              <a:t>Simulation</a:t>
            </a:r>
            <a:r>
              <a:rPr lang="it-IT" sz="2800" dirty="0"/>
              <a:t> Library Compilation </a:t>
            </a:r>
            <a:r>
              <a:rPr lang="it-IT" sz="2800" dirty="0" err="1"/>
              <a:t>Wizard</a:t>
            </a:r>
            <a:r>
              <a:rPr lang="it-IT" sz="2800" dirty="0"/>
              <a:t> – ISE 13.2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747" y="1774687"/>
            <a:ext cx="7733071" cy="484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78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31818" y="1041370"/>
            <a:ext cx="97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Xilinx</a:t>
            </a:r>
            <a:r>
              <a:rPr lang="it-IT" sz="2800" dirty="0"/>
              <a:t> </a:t>
            </a:r>
            <a:r>
              <a:rPr lang="it-IT" sz="2800" dirty="0" err="1"/>
              <a:t>Simulation</a:t>
            </a:r>
            <a:r>
              <a:rPr lang="it-IT" sz="2800" dirty="0"/>
              <a:t> Library Compilation </a:t>
            </a:r>
            <a:r>
              <a:rPr lang="it-IT" sz="2800" dirty="0" err="1"/>
              <a:t>Wizard</a:t>
            </a:r>
            <a:r>
              <a:rPr lang="it-IT" sz="2800" dirty="0"/>
              <a:t> – ISE 13.2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99" y="1564590"/>
            <a:ext cx="8217274" cy="516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78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31818" y="1041370"/>
            <a:ext cx="97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Xilinx</a:t>
            </a:r>
            <a:r>
              <a:rPr lang="it-IT" sz="2800" dirty="0"/>
              <a:t> </a:t>
            </a:r>
            <a:r>
              <a:rPr lang="it-IT" sz="2800" dirty="0" err="1"/>
              <a:t>Simulation</a:t>
            </a:r>
            <a:r>
              <a:rPr lang="it-IT" sz="2800" dirty="0"/>
              <a:t> Library Compilation </a:t>
            </a:r>
            <a:r>
              <a:rPr lang="it-IT" sz="2800" dirty="0" err="1"/>
              <a:t>Wizard</a:t>
            </a:r>
            <a:r>
              <a:rPr lang="it-IT" sz="2800" dirty="0"/>
              <a:t> – ISE 13.2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255" y="1564590"/>
            <a:ext cx="8166619" cy="512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6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31818" y="1041370"/>
            <a:ext cx="97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Xilinx</a:t>
            </a:r>
            <a:r>
              <a:rPr lang="it-IT" sz="2800" dirty="0"/>
              <a:t> </a:t>
            </a:r>
            <a:r>
              <a:rPr lang="it-IT" sz="2800" dirty="0" err="1"/>
              <a:t>Simulation</a:t>
            </a:r>
            <a:r>
              <a:rPr lang="it-IT" sz="2800" dirty="0"/>
              <a:t> Library Compilation </a:t>
            </a:r>
            <a:r>
              <a:rPr lang="it-IT" sz="2800" dirty="0" err="1"/>
              <a:t>Wizard</a:t>
            </a:r>
            <a:r>
              <a:rPr lang="it-IT" sz="2800" dirty="0"/>
              <a:t> – ISE 13.2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654" y="1746978"/>
            <a:ext cx="7921565" cy="498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786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31818" y="1041370"/>
            <a:ext cx="97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Xilinx</a:t>
            </a:r>
            <a:r>
              <a:rPr lang="it-IT" sz="2800" dirty="0"/>
              <a:t> </a:t>
            </a:r>
            <a:r>
              <a:rPr lang="it-IT" sz="2800" dirty="0" err="1"/>
              <a:t>Simulation</a:t>
            </a:r>
            <a:r>
              <a:rPr lang="it-IT" sz="2800" dirty="0"/>
              <a:t> Library Compilation </a:t>
            </a:r>
            <a:r>
              <a:rPr lang="it-IT" sz="2800" dirty="0" err="1"/>
              <a:t>Wizard</a:t>
            </a:r>
            <a:r>
              <a:rPr lang="it-IT" sz="2800" dirty="0"/>
              <a:t> – ISE 13.2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044" y="1746978"/>
            <a:ext cx="7673583" cy="483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08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31818" y="1041370"/>
            <a:ext cx="97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Xilinx</a:t>
            </a:r>
            <a:r>
              <a:rPr lang="it-IT" sz="2800" dirty="0"/>
              <a:t> </a:t>
            </a:r>
            <a:r>
              <a:rPr lang="it-IT" sz="2800" dirty="0" err="1"/>
              <a:t>Simulation</a:t>
            </a:r>
            <a:r>
              <a:rPr lang="it-IT" sz="2800" dirty="0"/>
              <a:t> Library Compilation </a:t>
            </a:r>
            <a:r>
              <a:rPr lang="it-IT" sz="2800" dirty="0" err="1"/>
              <a:t>Wizard</a:t>
            </a:r>
            <a:r>
              <a:rPr lang="it-IT" sz="2800" dirty="0"/>
              <a:t> – ISE 13.2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418" y="1746978"/>
            <a:ext cx="8074400" cy="506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968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31818" y="1041370"/>
            <a:ext cx="97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Xilinx</a:t>
            </a:r>
            <a:r>
              <a:rPr lang="it-IT" sz="2800" dirty="0"/>
              <a:t> </a:t>
            </a:r>
            <a:r>
              <a:rPr lang="it-IT" sz="2800" dirty="0" err="1"/>
              <a:t>Simulation</a:t>
            </a:r>
            <a:r>
              <a:rPr lang="it-IT" sz="2800" dirty="0"/>
              <a:t> Library Compilation </a:t>
            </a:r>
            <a:r>
              <a:rPr lang="it-IT" sz="2800" dirty="0" err="1"/>
              <a:t>Wizard</a:t>
            </a:r>
            <a:r>
              <a:rPr lang="it-IT" sz="2800" dirty="0"/>
              <a:t> – ISE 13.2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605" y="3261588"/>
            <a:ext cx="6363588" cy="20005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1490" y="1932572"/>
            <a:ext cx="9712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The compilation file maybe different respect which expected by </a:t>
            </a:r>
            <a:r>
              <a:rPr lang="en-US" sz="2800" dirty="0" err="1"/>
              <a:t>QuestaSim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3215915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31818" y="1041370"/>
            <a:ext cx="97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Xilinx</a:t>
            </a:r>
            <a:r>
              <a:rPr lang="it-IT" sz="2800" dirty="0"/>
              <a:t> </a:t>
            </a:r>
            <a:r>
              <a:rPr lang="it-IT" sz="2800" dirty="0" err="1"/>
              <a:t>Simulation</a:t>
            </a:r>
            <a:r>
              <a:rPr lang="it-IT" sz="2800" dirty="0"/>
              <a:t> Library Compilation </a:t>
            </a:r>
            <a:r>
              <a:rPr lang="it-IT" sz="2800" dirty="0" err="1"/>
              <a:t>Wizard</a:t>
            </a:r>
            <a:r>
              <a:rPr lang="it-IT" sz="2800" dirty="0"/>
              <a:t> – ISE 13.2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454" y="2470147"/>
            <a:ext cx="55418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 fact, after mapping the new libraries in </a:t>
            </a:r>
            <a:r>
              <a:rPr lang="en-US" sz="2800" dirty="0" err="1"/>
              <a:t>QuestaSim</a:t>
            </a:r>
            <a:r>
              <a:rPr lang="en-US" sz="2800" dirty="0"/>
              <a:t> they are empty.</a:t>
            </a:r>
          </a:p>
          <a:p>
            <a:pPr algn="ctr"/>
            <a:r>
              <a:rPr lang="en-US" sz="2800" dirty="0"/>
              <a:t>(Windows OS)</a:t>
            </a:r>
            <a:endParaRPr lang="it-IT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562" y="1564590"/>
            <a:ext cx="5431079" cy="513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058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31818" y="1041370"/>
            <a:ext cx="97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Xilinx</a:t>
            </a:r>
            <a:r>
              <a:rPr lang="it-IT" sz="2800" dirty="0"/>
              <a:t> </a:t>
            </a:r>
            <a:r>
              <a:rPr lang="it-IT" sz="2800" dirty="0" err="1"/>
              <a:t>Simulation</a:t>
            </a:r>
            <a:r>
              <a:rPr lang="it-IT" sz="2800" dirty="0"/>
              <a:t> Library Compilation </a:t>
            </a:r>
            <a:r>
              <a:rPr lang="it-IT" sz="2800" dirty="0" err="1"/>
              <a:t>Wizard</a:t>
            </a:r>
            <a:r>
              <a:rPr lang="it-IT" sz="2800" dirty="0"/>
              <a:t> – VIVADO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4575"/>
          <a:stretch/>
        </p:blipFill>
        <p:spPr>
          <a:xfrm>
            <a:off x="1496291" y="1746978"/>
            <a:ext cx="9706755" cy="4946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2211" y="3694196"/>
            <a:ext cx="663204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Then we have compiled the libraries with Xilinx </a:t>
            </a:r>
            <a:r>
              <a:rPr lang="en-US" sz="2800" dirty="0" err="1">
                <a:solidFill>
                  <a:schemeClr val="bg1"/>
                </a:solidFill>
              </a:rPr>
              <a:t>Vivado</a:t>
            </a:r>
            <a:r>
              <a:rPr lang="en-US" sz="2800" dirty="0">
                <a:solidFill>
                  <a:schemeClr val="bg1"/>
                </a:solidFill>
              </a:rPr>
              <a:t> and the generated files are in accord with expected format.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(libraries read correctly even in Linux OS)</a:t>
            </a:r>
            <a:endParaRPr lang="it-IT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105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31818" y="1041370"/>
            <a:ext cx="97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Xilinx</a:t>
            </a:r>
            <a:r>
              <a:rPr lang="it-IT" sz="2800" dirty="0"/>
              <a:t> </a:t>
            </a:r>
            <a:r>
              <a:rPr lang="it-IT" sz="2800" dirty="0" err="1"/>
              <a:t>Simulation</a:t>
            </a:r>
            <a:r>
              <a:rPr lang="it-IT" sz="2800" dirty="0"/>
              <a:t> Library Compilation </a:t>
            </a:r>
            <a:r>
              <a:rPr lang="it-IT" sz="2800" dirty="0" err="1"/>
              <a:t>Wizard</a:t>
            </a:r>
            <a:r>
              <a:rPr lang="it-IT" sz="2800" dirty="0"/>
              <a:t> – LINUX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7772"/>
          <a:stretch/>
        </p:blipFill>
        <p:spPr>
          <a:xfrm>
            <a:off x="5280320" y="2327563"/>
            <a:ext cx="6163535" cy="39185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0654" y="3089563"/>
            <a:ext cx="407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Add</a:t>
            </a:r>
            <a:r>
              <a:rPr lang="it-IT" sz="2800" dirty="0"/>
              <a:t> </a:t>
            </a:r>
            <a:r>
              <a:rPr lang="it-IT" sz="2800" dirty="0" err="1"/>
              <a:t>libraries</a:t>
            </a:r>
            <a:r>
              <a:rPr lang="it-IT" sz="2800" dirty="0"/>
              <a:t> in modelsim.ini</a:t>
            </a:r>
          </a:p>
        </p:txBody>
      </p:sp>
    </p:spTree>
    <p:extLst>
      <p:ext uri="{BB962C8B-B14F-4D97-AF65-F5344CB8AC3E}">
        <p14:creationId xmlns:p14="http://schemas.microsoft.com/office/powerpoint/2010/main" val="3593050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4" y="1746978"/>
            <a:ext cx="10667999" cy="4960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3492" y="3089562"/>
            <a:ext cx="55556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At the moment of "make compile" we have an error into the component GTX DUAL</a:t>
            </a:r>
            <a:endParaRPr lang="it-IT" sz="28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7750" y="1041370"/>
            <a:ext cx="97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Xilinx</a:t>
            </a:r>
            <a:r>
              <a:rPr lang="it-IT" sz="2800" dirty="0"/>
              <a:t> Library – GTX - LINUX</a:t>
            </a:r>
          </a:p>
        </p:txBody>
      </p:sp>
    </p:spTree>
    <p:extLst>
      <p:ext uri="{BB962C8B-B14F-4D97-AF65-F5344CB8AC3E}">
        <p14:creationId xmlns:p14="http://schemas.microsoft.com/office/powerpoint/2010/main" val="4286006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18" y="1746978"/>
            <a:ext cx="9234852" cy="5009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7750" y="1041370"/>
            <a:ext cx="97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Xilinx</a:t>
            </a:r>
            <a:r>
              <a:rPr lang="it-IT" sz="2800" dirty="0"/>
              <a:t> Library – GTX - LINUX</a:t>
            </a:r>
          </a:p>
        </p:txBody>
      </p:sp>
    </p:spTree>
    <p:extLst>
      <p:ext uri="{BB962C8B-B14F-4D97-AF65-F5344CB8AC3E}">
        <p14:creationId xmlns:p14="http://schemas.microsoft.com/office/powerpoint/2010/main" val="2678372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377750" y="1041370"/>
            <a:ext cx="97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Xilinx</a:t>
            </a:r>
            <a:r>
              <a:rPr lang="it-IT" sz="2800" dirty="0"/>
              <a:t> Library – GTX -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131" y="1954885"/>
            <a:ext cx="107372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 skipped some errors when compiling the GTX_DUAL component manually in the </a:t>
            </a:r>
            <a:r>
              <a:rPr lang="en-US" sz="2400" dirty="0" err="1"/>
              <a:t>unisim</a:t>
            </a:r>
            <a:r>
              <a:rPr lang="en-US" sz="2400" dirty="0"/>
              <a:t> library but it remains GTX_DUAL_FAST not bound.</a:t>
            </a:r>
          </a:p>
          <a:p>
            <a:r>
              <a:rPr lang="en-US" sz="2400" dirty="0"/>
              <a:t>I also tried to run the simulation with the following command but the same errors result: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vsim</a:t>
            </a:r>
            <a:r>
              <a:rPr lang="en-US" sz="2400" dirty="0"/>
              <a:t> –</a:t>
            </a:r>
            <a:r>
              <a:rPr lang="en-US" sz="2400" dirty="0" err="1"/>
              <a:t>voptargs</a:t>
            </a:r>
            <a:r>
              <a:rPr lang="en-US" sz="2400" dirty="0"/>
              <a:t>=+</a:t>
            </a:r>
            <a:r>
              <a:rPr lang="en-US" sz="2400" dirty="0" err="1"/>
              <a:t>acc</a:t>
            </a:r>
            <a:r>
              <a:rPr lang="en-US" sz="2400" dirty="0"/>
              <a:t> –L </a:t>
            </a:r>
            <a:r>
              <a:rPr lang="en-US" sz="2400" dirty="0" err="1"/>
              <a:t>secureip</a:t>
            </a:r>
            <a:r>
              <a:rPr lang="en-US" sz="2400" dirty="0"/>
              <a:t> </a:t>
            </a:r>
            <a:r>
              <a:rPr lang="en-US" sz="2400" dirty="0" err="1"/>
              <a:t>work.testbench</a:t>
            </a:r>
            <a:endParaRPr lang="it-IT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81" y="4284172"/>
            <a:ext cx="1151157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325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68165" y="1006160"/>
            <a:ext cx="9712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Xilinx</a:t>
            </a:r>
            <a:r>
              <a:rPr lang="it-IT" sz="2800" dirty="0"/>
              <a:t> Library – GTX -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7980" y="4886340"/>
            <a:ext cx="110924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I skipped some errors when compiling the GTX_DUAL component manually in the </a:t>
            </a:r>
            <a:r>
              <a:rPr lang="en-US" sz="1600" dirty="0" err="1"/>
              <a:t>unisim</a:t>
            </a:r>
            <a:r>
              <a:rPr lang="en-US" sz="1600" dirty="0"/>
              <a:t> library but it remains GTX_DUAL_FAST not bound.</a:t>
            </a:r>
          </a:p>
          <a:p>
            <a:pPr algn="just"/>
            <a:r>
              <a:rPr lang="en-US" sz="1600" dirty="0"/>
              <a:t>I also tried to run the simulation with the following command but the same errors result:</a:t>
            </a:r>
          </a:p>
          <a:p>
            <a:pPr algn="just"/>
            <a:r>
              <a:rPr lang="en-US" sz="1600" dirty="0"/>
              <a:t>	</a:t>
            </a:r>
            <a:r>
              <a:rPr lang="en-US" sz="1600" dirty="0" err="1"/>
              <a:t>vsim</a:t>
            </a:r>
            <a:r>
              <a:rPr lang="en-US" sz="1600" dirty="0"/>
              <a:t> –</a:t>
            </a:r>
            <a:r>
              <a:rPr lang="en-US" sz="1600" dirty="0" err="1"/>
              <a:t>voptargs</a:t>
            </a:r>
            <a:r>
              <a:rPr lang="en-US" sz="1600" dirty="0"/>
              <a:t>=+</a:t>
            </a:r>
            <a:r>
              <a:rPr lang="en-US" sz="1600" dirty="0" err="1"/>
              <a:t>acc</a:t>
            </a:r>
            <a:r>
              <a:rPr lang="en-US" sz="1600" dirty="0"/>
              <a:t> –L </a:t>
            </a:r>
            <a:r>
              <a:rPr lang="en-US" sz="1600" dirty="0" err="1"/>
              <a:t>secureip</a:t>
            </a:r>
            <a:r>
              <a:rPr lang="en-US" sz="1600" dirty="0"/>
              <a:t> </a:t>
            </a:r>
            <a:r>
              <a:rPr lang="en-US" sz="1600" dirty="0" err="1"/>
              <a:t>work.testbench</a:t>
            </a:r>
            <a:endParaRPr lang="it-IT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80" y="6130557"/>
            <a:ext cx="11511576" cy="4953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90962"/>
          <a:stretch/>
        </p:blipFill>
        <p:spPr>
          <a:xfrm>
            <a:off x="1406758" y="4151080"/>
            <a:ext cx="9234852" cy="452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t="34438"/>
          <a:stretch/>
        </p:blipFill>
        <p:spPr>
          <a:xfrm>
            <a:off x="4479172" y="1564590"/>
            <a:ext cx="7510384" cy="22896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3915" y="2016438"/>
            <a:ext cx="38515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At the moment of "make compile" we have an error into the component GTX DUAL. As if it’s not seen in the waiting library.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16858628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</TotalTime>
  <Words>326</Words>
  <Application>Microsoft Office PowerPoint</Application>
  <PresentationFormat>Widescreen</PresentationFormat>
  <Paragraphs>30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Slice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Airbus Italia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UBALDINO, Enrico (External)</dc:creator>
  <cp:lastModifiedBy>Enrico Ubaldino</cp:lastModifiedBy>
  <cp:revision>35</cp:revision>
  <dcterms:created xsi:type="dcterms:W3CDTF">2021-12-16T08:44:59Z</dcterms:created>
  <dcterms:modified xsi:type="dcterms:W3CDTF">2025-12-14T13:51:26Z</dcterms:modified>
</cp:coreProperties>
</file>